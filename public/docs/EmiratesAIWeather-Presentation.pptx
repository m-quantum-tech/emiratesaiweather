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98464" y="1575053"/>
            <a:ext cx="5742432" cy="361645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11629"/>
            <a:ext cx="566928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B3E8"/>
                </a:solidFill>
                <a:latin typeface="Consolas"/>
              </a:rPr>
              <a:t>PROJECT OVERVIEW  ·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E6EDF3"/>
                </a:solidFill>
                <a:latin typeface="Segoe UI Semibold"/>
              </a:rPr>
              <a:t>EmiratesAIWeather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8FA3B5"/>
                </a:solidFill>
                <a:latin typeface="Segoe UI"/>
              </a:rPr>
              <a:t>AI-driven UAE weather station and plant safety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2120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How the website works, why each function was designed the way it is, and the full date-wise update history.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5B041"/>
                </a:solidFill>
                <a:latin typeface="Consolas"/>
              </a:rPr>
              <a:t>Prepared by M-Quantum-Tech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Website &amp; users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What the site is, who uses it and how it is organised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9280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Weather monitor logic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4-tier proximity model, Wind Event Monitor, auto buzzer with deadband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35584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Data sources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Ghaith mirror as primary source, NCM COSMO / AWS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15468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5584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Engineering console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Escalation rules, buzzer bench, sources, warnings, simulator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1888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Plant IAM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Roles, dashboard, deep trends, CSV export, Push-to-mirror permission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617720"/>
            <a:ext cx="5440680" cy="12801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818888"/>
            <a:ext cx="49377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 Semibold"/>
              </a:rPr>
              <a:t>Timeline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Date-wise list of every update and the reason for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01 ·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One instrument-grade view of the UAE 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WHAT IT DOES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Combines forecasts, live radar, satellite clouds, webcams and station telemetry on one page.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Live trend charts with AI projection: temperature, wind, rain, humidity, cloud and solar DNI.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Refreshes every minute and shows the NCM clock so operators know how old the data is.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Plant operators used to check several NCM pages separately. One page cuts reaction time.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Solar DNI and cloud cover feed plant output planning, so they get first-class charts.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How data flows through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 Semibold"/>
              </a:rPr>
              <a:t>Ghaith (NCM)</a:t>
            </a:r>
          </a:p>
          <a:p>
            <a:pPr algn="ctr"/>
            <a:r>
              <a:rPr sz="1050" b="0">
                <a:solidFill>
                  <a:srgbClr val="E6EDF3"/>
                </a:solidFill>
                <a:latin typeface="Segoe UI"/>
              </a:rPr>
              <a:t>values pushed by allowed users or relay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 Semibold"/>
              </a:rPr>
              <a:t>NCM COSMO / AWS</a:t>
            </a:r>
          </a:p>
          <a:p>
            <a:pPr algn="ctr"/>
            <a:r>
              <a:rPr sz="1050" b="0">
                <a:solidFill>
                  <a:srgbClr val="E6EDF3"/>
                </a:solidFill>
                <a:latin typeface="Segoe UI"/>
              </a:rPr>
              <a:t>model grid ·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 Semibold"/>
              </a:rPr>
              <a:t>Open-Meteo · NCM warnings</a:t>
            </a:r>
          </a:p>
          <a:p>
            <a:pPr algn="ctr"/>
            <a:r>
              <a:rPr sz="1050" b="0">
                <a:solidFill>
                  <a:srgbClr val="E6EDF3"/>
                </a:solidFill>
                <a:latin typeface="Segoe UI"/>
              </a:rPr>
              <a:t>forecast · official alerts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474720"/>
            <a:ext cx="731520" cy="274320"/>
          </a:xfrm>
          <a:prstGeom prst="right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2377440"/>
            <a:ext cx="3108960" cy="2377440"/>
          </a:xfrm>
          <a:prstGeom prst="roundRect">
            <a:avLst>
              <a:gd name="adj" fmla="val 8000"/>
            </a:avLst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Next.js server + Neon DB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source priority · freshness window · escalation rules · simulator state · IAM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9480" y="3474720"/>
            <a:ext cx="731520" cy="274320"/>
          </a:xfrm>
          <a:prstGeom prst="right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3FB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Weather station page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safety tier · radar · 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10896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Auto buzzer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tier ranges + deadband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38912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 Semibold"/>
              </a:rPr>
              <a:t>Engineering console · Plant IAM</a:t>
            </a:r>
          </a:p>
          <a:p>
            <a:pPr algn="ctr"/>
            <a:r>
              <a:rPr sz="1050" b="0">
                <a:solidFill>
                  <a:srgbClr val="E6EDF3"/>
                </a:solidFill>
                <a:latin typeface="Segoe UI"/>
              </a:rPr>
              <a:t>rules, sources,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8FA3B5"/>
                </a:solidFill>
                <a:latin typeface="Segoe UI"/>
              </a:rPr>
              <a:t>Why: everything reads from one server-side decision layer, so the banner, the Wind Event Monitor and the buzzer always agree on the same 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03 · WEATHER MONITOR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Advance AI Safety Model (4-tier)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Every hazard (convection, gust front, rain cell) is measured by distance from the plant.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Two sites are tracked: At site (AWS Wind) and Far site 50 km (COSMO Wind).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The closest and strongest hazard sets the tier: Green, Yellow, Orange or Red.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Radar rings show distance; the wind rose shows direction and speed.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Distance gives operators lead time. A storm 60 km away needs a different action than one at 20 km.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The far site gives an early warning before wind reaches the plant.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-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03 · WEATHER MONITOR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Escalation ladder: what each tier 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3FB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GREEN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L1 · 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91640"/>
            <a:ext cx="8869680" cy="914400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801368"/>
            <a:ext cx="5394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TRIGGER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Convection 60 km+, gust under 10 m/s, no NCM warnings near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01368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ACTION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Continue normal operation.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8C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YELLOW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L2 · 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788920"/>
            <a:ext cx="8869680" cy="914400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898648"/>
            <a:ext cx="5394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TRIGGER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Wind or gust at 13 m/s, or convection approaching, or NCM Yellow warning.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898648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ACTION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Prepare crews, check secured equipment.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ORANGE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L3 · Alert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86200"/>
            <a:ext cx="8869680" cy="914400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995928"/>
            <a:ext cx="5394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TRIGGER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Wind 14 m/s, gust 14.5 m/s, satellite convection under 20 km, or rain 3 mm.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995928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ACTION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Buzzer sounds. Stop exposed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79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2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0E1621"/>
                </a:solidFill>
                <a:latin typeface="Segoe UI Semibold"/>
              </a:rPr>
              <a:t>RED</a:t>
            </a:r>
          </a:p>
          <a:p>
            <a:pPr algn="ctr"/>
            <a:r>
              <a:rPr sz="1050" b="0">
                <a:solidFill>
                  <a:srgbClr val="0E1621"/>
                </a:solidFill>
                <a:latin typeface="Segoe UI"/>
              </a:rPr>
              <a:t>L4 · Severe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983479"/>
            <a:ext cx="8869680" cy="914400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5093207"/>
            <a:ext cx="5394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TRIGGER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Wind 14.5 m/s, gust 15 m/s, or Red warning / storm on site.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093207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8FA3B5"/>
                </a:solidFill>
                <a:latin typeface="Consolas"/>
              </a:rPr>
              <a:t>ACTION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Buzzer sounds. Emergency procedure.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3B5"/>
                </a:solidFill>
                <a:latin typeface="Segoe UI"/>
              </a:rPr>
              <a:t>All thresholds are editable in the Engineering console. Values shown are the current defaults.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03 · WEATHER MONITOR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Wind Event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Shows on-site sustained wind in km/h and m/s against the escalation ladder.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Default bands: 8 m/s Green, 11.5 and 13 m/s Yellow, 14 m/s Orange, 16 m/s Red.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Data-source chips show which feed is live (Ghaith mirror or model fallback) and its age.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Live alarm Test and Reset sit inside this panel.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Wind is the main hazard for solar plant equipment, so it gets its own dedicated panel.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Showing the source and age stops operators trusting stale numbers.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-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03 · WEATHER MONITOR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Auto buzzer: tier ranges with deadband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Each tier has an entry value for wind, gust, rainfall and intensive cloud cover, at site and far site.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The buzzer latches when any value enters Orange or Red.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It only releases when the value falls below entry minus the deadband (for example 14 m/s on, 13 m/s off).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Simulator mode pushes test values through the same logic and is shared via the database.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Without a deadband, wind hovering at 14 m/s would switch the buzzer on and off every minute.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 shared simulator lets one engineer test while the whole control room sees the same result.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04 ·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Ghaith mirror: primary source with safe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Ghaith has no public API and blocks server requests, so its values are mirrored.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Allowed users press Push to mirror, or a UAE-side relay POSTs with a secret token.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While a mirror is fresh (default 15 min), the banner, monitor and buzzer use it.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When it goes stale, the system falls back to the NCM COSMO / AWS model grid.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Ghaith is the closest to real station values, so it is preferred when available.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The freshness window guarantees the buzzer never acts on old manual readings.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gha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04 ·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Live wind, radar, clouds and warnings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Tabs for warnings, wind field, rain radar and total clouds over the UAE.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NCM official warnings shown as cards with level, time window and affected areas.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Timeline scrubber plays the forecast forward hour by hour.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Seeing where a storm is and where it is moving explains why the tier changed.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English, colored basemap so non-Arabic staff read the map easily.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05 · ENGINEERING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One place to tune the whole alarm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WHAT IS INSIDE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Plant IAM user management (roles, CSV export, Push to mirror).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Buzzer test bench, Ghaith mirror, Wind Event Monitor thresholds.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Wind, cloud and Live Trend data source links.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NCM official warnings editor and escalation rules with simulator.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Thresholds change with season and equipment. Engineers adjust them without a code release.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Admin-only access, so operators cannot change rules by accident.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i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05 · ENGINEERING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Buzzer test bench and Ghaith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Each tier button plays the exact tone the live banner uses at that level.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Stop tone ends the test immediately.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Mirror cards show At site / Far site status, last push time and fallback state.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Control room can confirm speakers work for every tone before a real event.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Clear Fallback and Stale labels show when Ghaith values are no longer used.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buz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05 · ENGINEERING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Wind thresholds and data source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Wind Event Monitor table: wind value, alert level, severity label and note per row.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Rows can be added or removed; Reset to defaults restores the standard ladder.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Every source has a name and link, shown as a clickable chip on the dashboard.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Operators can always open the original NCM page to verify a reading.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Editable sources mean a changed NCM URL is fixed in seconds.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05 · ENGINEERING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NCM warnings and Live Trend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Admins mirror the current NCM warning: type, level, time window, headline, areas.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Saving publishes it to the station map instantly.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Live Trend + AI projection sources are assigned per chart panel.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NCM has no warnings API, so a fast manual mirror keeps the map in step with official alerts.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Per-panel sources make it clear where each trend line comes from.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g-w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06 · PLANT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Role-based control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Each user signs in and lands on a dashboard for their role (PGM, OM, Section Head, Supervisor, CRO).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Shows live site readings and the current tier.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Access rights list exactly what the role is granted.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Each person sees only the tools relevant to their job.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Granted rights are visible, so nobody has to guess their permissions.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am-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06 · PLANT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Roster, CSV export and Push to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Admin sets role, status, deep-trend access, CSV export and Push to mirror for each user.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Push to mirror defaults to Not allowed. Admin switches it to Allowed per user.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Changes are staged, then saved together. The affected user is signed out so new rights apply at once.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The server checks the permission on every push. Guests get 401, users who are not allowed get 403.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Mirror values drive the buzzer, so only trusted people may enter them.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One switch in Plant IAM is simpler to manage than separate tokens.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am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06 · PLANT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Deep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096512" cy="4663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HOW IT WORKS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Hourly series across 7-14 days for wind, gust, rain, cloud, temperature and humidity.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Min, mean, P95 and max per chart, plus hours spent in each escalation tier.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CSV export for users who are allowed.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5B041"/>
                </a:solidFill>
                <a:latin typeface="Consolas"/>
              </a:rPr>
              <a:t>WHY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Engineers can check if thresholds are too sensitive by counting hours in each tier.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 Exported data supports incident reports and monthly reviews.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928616" y="1763649"/>
            <a:ext cx="6748272" cy="4245102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am-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0022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07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Why the system is safe to rely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79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Sign-in required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Better Auth with hashed passwords and server sessions. No client-only auth.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73736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011679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Server-side checks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Every admin action and every mirror push is checked on the server, not just hidden in the 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3736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73736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79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Least privilege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New permissions like Push to mirror default to Not allowed.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206240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Freshness window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Stale data is never used for the buzzer. The system falls back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393192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393192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4206240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Relay token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The UAE relay uses a secret bearer token kept in project variables.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931920"/>
            <a:ext cx="3566160" cy="1965960"/>
          </a:xfrm>
          <a:prstGeom prst="rect">
            <a:avLst/>
          </a:prstGeom>
          <a:solidFill>
            <a:srgbClr val="162230"/>
          </a:solidFill>
          <a:ln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3931920"/>
            <a:ext cx="3566160" cy="54864"/>
          </a:xfrm>
          <a:prstGeom prst="rect">
            <a:avLst/>
          </a:prstGeom>
          <a:solidFill>
            <a:srgbClr val="4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01752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 Semibold"/>
              </a:rPr>
              <a:t>Audit-friendly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8FA3B5"/>
                </a:solidFill>
                <a:latin typeface="Segoe UI"/>
              </a:rPr>
              <a:t>Each push records who sent it and when, shown on the mirror cards.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08 ·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Update history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2194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4206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00200"/>
            <a:ext cx="29260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26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6596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Project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Initial site, live wind layer and UAE warnings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Base map for live UAE weather.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87752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27-29 Aug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87752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Hero + map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87752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Marketing hero, live alert, larger measure map, NCM 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87752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Clear first impression and accurate measuring.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27248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9544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22 Sep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09544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4-tier safety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09544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Green/Yellow/Orange/Red labels, 3-min refresh, DNI solar forecast, admin portal,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9544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Match plant alarm colors; solar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23 Sep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831336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Escalation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831336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Admin console, escalation + prediction tables, L3 Orange convection under 20 km, 1-min refresh.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831336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Rules must be visible and match site procedure.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70832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53128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24 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453128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Engineering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53128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Editable rules, per-level buzzer tests, Total Clouds tab, AWS wind/DNI overlay.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453128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Tune alarms without code changes.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25 Sep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07492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Live Trend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074920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Slimmer charts, per-panel sources, stable auth secret, air quality detail.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07492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Traceable data; no sign-in failures.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14416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696712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26 Sep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696712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Live Trend redesign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696712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Layered DNI chart, temperature columns, cloud/wind/rain bars, 24 hour labels.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696712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Readable at a glance on control room screens.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08 ·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Segoe UI Semibold"/>
              </a:rPr>
              <a:t>Update history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2194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4206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00200"/>
            <a:ext cx="29260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5B041"/>
                </a:solidFill>
                <a:latin typeface="Consolas"/>
              </a:rPr>
              <a:t>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27-28 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6596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Plant 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Role dashboards, deep trends, user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Right tools for each role.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87752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9 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87752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Auto buzzer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87752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Buzzer from tier ranges with deadband, cloud trigger, Green tier, trend CSV export.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87752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Stop alarm chattering; full trigger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27248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9544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9 Oct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09544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Ghaith mirror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09544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Ghaith AWS / COSMO feeds, mirror as primary source, alarm details, live site markers.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9544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Use closest-to-real station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10 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831336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Live buzzer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831336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Gust, rain, cloud, far site and NCM warnings feed the buzzer; Red at 14 m/s.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831336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Every hazard can raise the alarm.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70832"/>
            <a:ext cx="11247120" cy="603504"/>
          </a:xfrm>
          <a:prstGeom prst="rect">
            <a:avLst/>
          </a:prstGeom>
          <a:solidFill>
            <a:srgbClr val="16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53128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10 Oct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453128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Station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53128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Alarm Test/Reset in Wind Event Monitor, trigger table on station, shared simulator.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453128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Test from where operators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463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4FB3E8"/>
                </a:solidFill>
                <a:latin typeface="Consolas"/>
              </a:rPr>
              <a:t>10 Oct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07492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 Semibold"/>
              </a:rPr>
              <a:t>Push to mirror + 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074920"/>
            <a:ext cx="4206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Push to mirror on station, sign-in required, per-user permission in Plant IAM.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07492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8FA3B5"/>
                </a:solidFill>
                <a:latin typeface="Segoe UI"/>
              </a:rPr>
              <a:t>Live data, controlled by admin.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FA3B5"/>
                </a:solidFill>
                <a:latin typeface="Consolas"/>
              </a:rPr>
              <a:t>EMIRATESAIWEATHER  ·  M-QUANTUM-TECH</a:t>
            </a:r>
          </a:p>
          <a:p>
            <a:pPr algn="r"/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FA3B5"/>
                </a:solidFill>
                <a:latin typeface="Consola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FB3E8"/>
                </a:solidFill>
                <a:latin typeface="Consola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515600" cy="3200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3400" b="1">
                <a:solidFill>
                  <a:srgbClr val="E6EDF3"/>
                </a:solidFill>
                <a:latin typeface="Segoe UI Semibold"/>
              </a:rPr>
              <a:t>One trusted tier for the whole plant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 b="0">
                <a:solidFill>
                  <a:srgbClr val="8FA3B5"/>
                </a:solidFill>
                <a:latin typeface="Segoe UI"/>
              </a:rPr>
              <a:t>Live sources with automatic fallback, a 4-tier distance-based safety model, a buzzer that does not chatter, and Plant IAM control over who can change what.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5B041"/>
                </a:solidFill>
                <a:latin typeface="Consolas"/>
              </a:rPr>
              <a:t>EmiratesAIWeather  ·  M-Quantum-Tech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